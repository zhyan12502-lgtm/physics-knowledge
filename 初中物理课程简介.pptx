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2B579A"/>
                </a:solidFill>
                <a:latin typeface="Microsoft YaHei"/>
              </a:defRPr>
            </a:pPr>
            <a:r>
              <a:t>上海初中物理 · 知识手册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666666"/>
                </a:solidFill>
                <a:latin typeface="Microsoft YaHei"/>
              </a:defRPr>
            </a:pPr>
            <a:r>
              <a:t>📖  初中物理全四学期知识体系  ·  课程简介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68096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📐 八年级上：测量与声现象、光学基础、力学入门（运动与力）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⚙️ 八年级下：简单机械（杠杆与滑轮）、压强与浮力、功与能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🔥 九年级上：热学（内能与热机）、电学基础（电路、欧姆定律）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5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⚡ 九年级下：电磁学（电功率、电磁感应）、近代物理入门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B579A"/>
                </a:solidFill>
                <a:latin typeface="Microsoft YaHei"/>
              </a:defRPr>
            </a:pPr>
            <a:r>
              <a:t>✨ 每章含：定义 · 重点 · 示例 · 易错点四大模块  ｜  图表 + 记忆口诀，系统掌握初中物理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👨‍🏫 讲师：张老师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🔗 在线访问：zhyan12502-lgtm.github.io/physics-knowledge/manual.html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上海初中物理 · 知识手册</dc:title>
  <dc:subject/>
  <dc:creator>张老师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